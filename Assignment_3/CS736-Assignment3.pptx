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a18ac3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a18ac3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ba18ac32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ba18ac32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ba18ac32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ba18ac32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ba18ac326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ba18ac326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8eb0c792b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8eb0c792b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ba18ac32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ba18ac32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ba18ac326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ba18ac326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ba18ac326_1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ba18ac326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1d893ece1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1d893ece1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ba18ac326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ba18ac326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8eb0c792b_2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8eb0c792b_2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8eb0c792b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8eb0c792b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8eb0c792b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8eb0c792b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8d1b0675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8d1b0675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8eb0c792b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8eb0c792b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8eb0c792b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8eb0c792b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8eb0c792b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8eb0c792b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8eb0c792b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8eb0c792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8eb0c792b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38eb0c792b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8eb0c792b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8eb0c792b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8eb0c792b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38eb0c792b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8eb0c792b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8eb0c792b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8eb0c792b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38eb0c792b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f21fc566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f21fc566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247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CS736 - Assignment-3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71750"/>
            <a:ext cx="85206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81">
                <a:solidFill>
                  <a:schemeClr val="lt1"/>
                </a:solidFill>
              </a:rPr>
              <a:t>Team Members</a:t>
            </a:r>
            <a:endParaRPr b="1" sz="328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81"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Atharv Shingewar (24M0834)</a:t>
            </a:r>
            <a:endParaRPr>
              <a:solidFill>
                <a:schemeClr val="lt1"/>
              </a:solidFill>
            </a:endParaRPr>
          </a:p>
          <a:p>
            <a:pPr indent="-32639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AutoNum type="arabicPeriod"/>
            </a:pPr>
            <a:r>
              <a:rPr lang="en">
                <a:solidFill>
                  <a:schemeClr val="lt1"/>
                </a:solidFill>
              </a:rPr>
              <a:t>Russel Abreo        (24M2107)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Under the Guidance of :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Prof. Suyash Awate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1147450"/>
            <a:ext cx="56748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81" u="sng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AutoNum type="arabicPeriod"/>
            </a:pPr>
            <a:r>
              <a:rPr lang="en" sz="1700">
                <a:solidFill>
                  <a:schemeClr val="lt1"/>
                </a:solidFill>
              </a:rPr>
              <a:t>q = 1.6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0" y="9260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b - Neighbourhood weights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67" name="Google Shape;67;p15" title="neighbourhood.png"/>
          <p:cNvPicPr preferRelativeResize="0"/>
          <p:nvPr/>
        </p:nvPicPr>
        <p:blipFill rotWithShape="1">
          <a:blip r:embed="rId3">
            <a:alphaModFix/>
          </a:blip>
          <a:srcRect b="5936" l="14641" r="14592" t="5332"/>
          <a:stretch/>
        </p:blipFill>
        <p:spPr>
          <a:xfrm>
            <a:off x="2391875" y="846500"/>
            <a:ext cx="4363099" cy="41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c - Initial estimates for Memberships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73" name="Google Shape;73;p16" title="InitialMemberships.png"/>
          <p:cNvPicPr preferRelativeResize="0"/>
          <p:nvPr/>
        </p:nvPicPr>
        <p:blipFill rotWithShape="1">
          <a:blip r:embed="rId3">
            <a:alphaModFix/>
          </a:blip>
          <a:srcRect b="10929" l="0" r="0" t="0"/>
          <a:stretch/>
        </p:blipFill>
        <p:spPr>
          <a:xfrm>
            <a:off x="195425" y="1020225"/>
            <a:ext cx="8753149" cy="363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c - Initial estimates for Memberships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043925" y="1130275"/>
            <a:ext cx="7023600" cy="3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For each pixel intensity, compare its value with the three histogram peak intensities (chosen as initial class means) and assign the membership probability based on intensity similarity. 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These similarity scores are then normalized across all class means, ensuring that the membership estimates sum to 1.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0" y="23985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d 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1147450"/>
            <a:ext cx="56748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</a:rPr>
              <a:t>Initial class means: [set as per observations from the histogram image intensities]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0.5, 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0.25, 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0.1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 startAt="2"/>
            </a:pPr>
            <a:r>
              <a:rPr lang="en" sz="1700">
                <a:solidFill>
                  <a:srgbClr val="FFFFFF"/>
                </a:solidFill>
              </a:rPr>
              <a:t>Optimal class means: 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0.59480953, 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0.48876253, </a:t>
            </a:r>
            <a:endParaRPr sz="17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FFFFFF"/>
                </a:solidFill>
              </a:rPr>
              <a:t>0.26209626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d - Histogram of Image </a:t>
            </a:r>
            <a:r>
              <a:rPr lang="en" sz="3080">
                <a:solidFill>
                  <a:schemeClr val="lt1"/>
                </a:solidFill>
              </a:rPr>
              <a:t>Intensities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1" name="Google Shape;91;p19" title="histogram.png"/>
          <p:cNvPicPr preferRelativeResize="0"/>
          <p:nvPr/>
        </p:nvPicPr>
        <p:blipFill rotWithShape="1">
          <a:blip r:embed="rId3">
            <a:alphaModFix/>
          </a:blip>
          <a:srcRect b="4769" l="4464" r="3868" t="4552"/>
          <a:stretch/>
        </p:blipFill>
        <p:spPr>
          <a:xfrm>
            <a:off x="1663263" y="1103400"/>
            <a:ext cx="5817474" cy="359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e - Objective Function Plot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97" name="Google Shape;97;p20" title="ObjectiveF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175" y="985175"/>
            <a:ext cx="6165640" cy="385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ctrTitle"/>
          </p:nvPr>
        </p:nvSpPr>
        <p:spPr>
          <a:xfrm>
            <a:off x="311700" y="23127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(i) - Corrupted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03" name="Google Shape;103;p21" title="OriginalImage.png"/>
          <p:cNvPicPr preferRelativeResize="0"/>
          <p:nvPr/>
        </p:nvPicPr>
        <p:blipFill rotWithShape="1">
          <a:blip r:embed="rId3">
            <a:alphaModFix/>
          </a:blip>
          <a:srcRect b="4046" l="15008" r="13419" t="5431"/>
          <a:stretch/>
        </p:blipFill>
        <p:spPr>
          <a:xfrm>
            <a:off x="2485038" y="985175"/>
            <a:ext cx="4173925" cy="39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(ii)- Optimal estimates for Memberships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09" name="Google Shape;109;p22" title="OptimalMemberships.png"/>
          <p:cNvPicPr preferRelativeResize="0"/>
          <p:nvPr/>
        </p:nvPicPr>
        <p:blipFill rotWithShape="1">
          <a:blip r:embed="rId3">
            <a:alphaModFix/>
          </a:blip>
          <a:srcRect b="11465" l="0" r="0" t="0"/>
          <a:stretch/>
        </p:blipFill>
        <p:spPr>
          <a:xfrm>
            <a:off x="195425" y="835350"/>
            <a:ext cx="8753149" cy="361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ctrTitle"/>
          </p:nvPr>
        </p:nvSpPr>
        <p:spPr>
          <a:xfrm>
            <a:off x="277375" y="263825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Q1(iii) - Bias Removed, Bias Field, Residual Image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15" name="Google Shape;115;p23" title="BiasRemoved.png"/>
          <p:cNvPicPr preferRelativeResize="0"/>
          <p:nvPr/>
        </p:nvPicPr>
        <p:blipFill rotWithShape="1">
          <a:blip r:embed="rId3">
            <a:alphaModFix/>
          </a:blip>
          <a:srcRect b="3835" l="14506" r="12708" t="4185"/>
          <a:stretch/>
        </p:blipFill>
        <p:spPr>
          <a:xfrm>
            <a:off x="0" y="1241393"/>
            <a:ext cx="2926675" cy="2773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3"/>
          <p:cNvSpPr txBox="1"/>
          <p:nvPr/>
        </p:nvSpPr>
        <p:spPr>
          <a:xfrm>
            <a:off x="653300" y="4239050"/>
            <a:ext cx="19392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Bias Removed Image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7" name="Google Shape;117;p23" title="optimalBiasField.png"/>
          <p:cNvPicPr preferRelativeResize="0"/>
          <p:nvPr/>
        </p:nvPicPr>
        <p:blipFill rotWithShape="1">
          <a:blip r:embed="rId4">
            <a:alphaModFix/>
          </a:blip>
          <a:srcRect b="3826" l="14705" r="15098" t="4185"/>
          <a:stretch/>
        </p:blipFill>
        <p:spPr>
          <a:xfrm>
            <a:off x="3126450" y="1241400"/>
            <a:ext cx="2822477" cy="277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/>
        </p:nvSpPr>
        <p:spPr>
          <a:xfrm>
            <a:off x="3260854" y="4239050"/>
            <a:ext cx="26223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Bias Field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9" name="Google Shape;119;p23" title="Residual.png"/>
          <p:cNvPicPr preferRelativeResize="0"/>
          <p:nvPr/>
        </p:nvPicPr>
        <p:blipFill rotWithShape="1">
          <a:blip r:embed="rId5">
            <a:alphaModFix/>
          </a:blip>
          <a:srcRect b="3817" l="14719" r="15084" t="4203"/>
          <a:stretch/>
        </p:blipFill>
        <p:spPr>
          <a:xfrm>
            <a:off x="6148688" y="1241402"/>
            <a:ext cx="2822475" cy="277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/>
        </p:nvSpPr>
        <p:spPr>
          <a:xfrm>
            <a:off x="6287475" y="4239050"/>
            <a:ext cx="25449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Residual Image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Unique Solution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11606" l="0" r="0" t="0"/>
          <a:stretch/>
        </p:blipFill>
        <p:spPr>
          <a:xfrm>
            <a:off x="195425" y="1036775"/>
            <a:ext cx="8753149" cy="36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Q1 - Unique Solution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 b="6010" l="16810" r="17701" t="4806"/>
          <a:stretch/>
        </p:blipFill>
        <p:spPr>
          <a:xfrm>
            <a:off x="2788625" y="1157000"/>
            <a:ext cx="3566750" cy="36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a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38" name="Google Shape;138;p26"/>
          <p:cNvSpPr txBox="1"/>
          <p:nvPr/>
        </p:nvSpPr>
        <p:spPr>
          <a:xfrm>
            <a:off x="905200" y="1424025"/>
            <a:ext cx="72489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Chosen beta = 2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b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3">
            <a:alphaModFix/>
          </a:blip>
          <a:srcRect b="4416" l="14414" r="17302" t="5077"/>
          <a:stretch/>
        </p:blipFill>
        <p:spPr>
          <a:xfrm>
            <a:off x="2712513" y="1060237"/>
            <a:ext cx="3718974" cy="36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c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556750" y="1200500"/>
            <a:ext cx="7807800" cy="32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Mean = [0.50408191,  0.62782413 ,  0.26943405]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std = [0.04414 , 0.03704 , 0.0773]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d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800" y="797550"/>
            <a:ext cx="5446400" cy="40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d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800" y="862800"/>
            <a:ext cx="5446400" cy="40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Q2e (i)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68" name="Google Shape;168;p31"/>
          <p:cNvPicPr preferRelativeResize="0"/>
          <p:nvPr/>
        </p:nvPicPr>
        <p:blipFill rotWithShape="1">
          <a:blip r:embed="rId3">
            <a:alphaModFix/>
          </a:blip>
          <a:srcRect b="3349" l="15611" r="17699" t="6136"/>
          <a:stretch/>
        </p:blipFill>
        <p:spPr>
          <a:xfrm>
            <a:off x="2756013" y="1015650"/>
            <a:ext cx="3631974" cy="369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Q2e (ii)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74" name="Google Shape;174;p32"/>
          <p:cNvPicPr preferRelativeResize="0"/>
          <p:nvPr/>
        </p:nvPicPr>
        <p:blipFill rotWithShape="1">
          <a:blip r:embed="rId3">
            <a:alphaModFix/>
          </a:blip>
          <a:srcRect b="11339" l="0" r="0" t="0"/>
          <a:stretch/>
        </p:blipFill>
        <p:spPr>
          <a:xfrm>
            <a:off x="195425" y="1047675"/>
            <a:ext cx="8753149" cy="36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Q2e (iii)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80" name="Google Shape;180;p33"/>
          <p:cNvPicPr preferRelativeResize="0"/>
          <p:nvPr/>
        </p:nvPicPr>
        <p:blipFill rotWithShape="1">
          <a:blip r:embed="rId3">
            <a:alphaModFix/>
          </a:blip>
          <a:srcRect b="3882" l="15810" r="17504" t="4542"/>
          <a:stretch/>
        </p:blipFill>
        <p:spPr>
          <a:xfrm>
            <a:off x="2756013" y="1004775"/>
            <a:ext cx="3631974" cy="374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Q2e (iv)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86" name="Google Shape;186;p34"/>
          <p:cNvPicPr preferRelativeResize="0"/>
          <p:nvPr/>
        </p:nvPicPr>
        <p:blipFill rotWithShape="1">
          <a:blip r:embed="rId3">
            <a:alphaModFix/>
          </a:blip>
          <a:srcRect b="11339" l="0" r="0" t="0"/>
          <a:stretch/>
        </p:blipFill>
        <p:spPr>
          <a:xfrm>
            <a:off x="195425" y="1058550"/>
            <a:ext cx="8753149" cy="362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e (v)</a:t>
            </a:r>
            <a:endParaRPr sz="3080">
              <a:solidFill>
                <a:schemeClr val="lt1"/>
              </a:solidFill>
            </a:endParaRPr>
          </a:p>
        </p:txBody>
      </p:sp>
      <p:pic>
        <p:nvPicPr>
          <p:cNvPr id="192" name="Google Shape;192;p35"/>
          <p:cNvPicPr preferRelativeResize="0"/>
          <p:nvPr/>
        </p:nvPicPr>
        <p:blipFill rotWithShape="1">
          <a:blip r:embed="rId3">
            <a:alphaModFix/>
          </a:blip>
          <a:srcRect b="4413" l="16207" r="17907" t="5876"/>
          <a:stretch/>
        </p:blipFill>
        <p:spPr>
          <a:xfrm>
            <a:off x="2777750" y="1091750"/>
            <a:ext cx="3588501" cy="366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ctrTitle"/>
          </p:nvPr>
        </p:nvSpPr>
        <p:spPr>
          <a:xfrm>
            <a:off x="311700" y="0"/>
            <a:ext cx="8520600" cy="7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80">
                <a:solidFill>
                  <a:schemeClr val="lt1"/>
                </a:solidFill>
              </a:rPr>
              <a:t>Q2 f</a:t>
            </a:r>
            <a:endParaRPr sz="3080">
              <a:solidFill>
                <a:schemeClr val="lt1"/>
              </a:solidFill>
            </a:endParaRPr>
          </a:p>
        </p:txBody>
      </p:sp>
      <p:sp>
        <p:nvSpPr>
          <p:cNvPr id="198" name="Google Shape;198;p36"/>
          <p:cNvSpPr txBox="1"/>
          <p:nvPr/>
        </p:nvSpPr>
        <p:spPr>
          <a:xfrm>
            <a:off x="741625" y="1080900"/>
            <a:ext cx="77532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Class 0 = 0.52287683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Class 1 = 0.63087137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Class 2 = 0.30621753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ctrTitle"/>
          </p:nvPr>
        </p:nvSpPr>
        <p:spPr>
          <a:xfrm>
            <a:off x="708750" y="2038950"/>
            <a:ext cx="7726500" cy="106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6580">
                <a:solidFill>
                  <a:schemeClr val="lt1"/>
                </a:solidFill>
              </a:rPr>
              <a:t>Thank You</a:t>
            </a:r>
            <a:endParaRPr b="1" i="1" sz="658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